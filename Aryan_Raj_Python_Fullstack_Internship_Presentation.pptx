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34440"/>
            <a:ext cx="103327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Python Fullstack Developer</a:t>
            </a:r>
            <a:br/>
            <a:r>
              <a:t>Virtual Internship</a:t>
            </a:r>
          </a:p>
          <a:p>
            <a:pPr algn="ctr">
              <a:defRPr sz="2000"/>
            </a:pPr>
            <a:r>
              <a:t>AICTE – EduSkills | 8-Week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ARYAN RAJ</a:t>
            </a:r>
            <a:br/>
            <a:r>
              <a:t>B.Tech – Computer Science and Engineering</a:t>
            </a:r>
            <a:br/>
            <a:r>
              <a:t>IILM University,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Internship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Student: Aryan Raj</a:t>
            </a:r>
          </a:p>
          <a:p>
            <a:pPr>
              <a:spcAft>
                <a:spcPts val="1200"/>
              </a:spcAft>
              <a:defRPr sz="2000"/>
            </a:pPr>
            <a:r>
              <a:t>Institute: IILM University, Greater Noida</a:t>
            </a:r>
          </a:p>
          <a:p>
            <a:pPr>
              <a:spcAft>
                <a:spcPts val="1200"/>
              </a:spcAft>
              <a:defRPr sz="2000"/>
            </a:pPr>
            <a:r>
              <a:t>Branch: B.Tech (Computer Science and Engineering)</a:t>
            </a:r>
          </a:p>
          <a:p>
            <a:pPr>
              <a:spcAft>
                <a:spcPts val="1200"/>
              </a:spcAft>
              <a:defRPr sz="2000"/>
            </a:pPr>
            <a:r>
              <a:t>Domain: Python Fullstack Developer</a:t>
            </a:r>
          </a:p>
          <a:p>
            <a:pPr>
              <a:spcAft>
                <a:spcPts val="1200"/>
              </a:spcAft>
              <a:defRPr sz="2000"/>
            </a:pPr>
            <a:r>
              <a:t>Duration: June 2026 – August 2026</a:t>
            </a:r>
          </a:p>
          <a:p>
            <a:pPr>
              <a:spcAft>
                <a:spcPts val="1200"/>
              </a:spcAft>
              <a:defRPr sz="2000"/>
            </a:pPr>
            <a:r>
              <a:t>Internship Duration: 8 Weeks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Learn foundations of modern web development.</a:t>
            </a:r>
          </a:p>
          <a:p>
            <a:pPr>
              <a:spcAft>
                <a:spcPts val="1200"/>
              </a:spcAft>
              <a:defRPr sz="2000"/>
            </a:pPr>
            <a:r>
              <a:t>Develop programming fundamentals using Python.</a:t>
            </a:r>
          </a:p>
          <a:p>
            <a:pPr>
              <a:spcAft>
                <a:spcPts val="1200"/>
              </a:spcAft>
              <a:defRPr sz="2000"/>
            </a:pPr>
            <a:r>
              <a:t>Understand backend development using Django.</a:t>
            </a:r>
          </a:p>
          <a:p>
            <a:pPr>
              <a:spcAft>
                <a:spcPts val="1200"/>
              </a:spcAft>
              <a:defRPr sz="2000"/>
            </a:pPr>
            <a:r>
              <a:t>Learn database concepts and SQL.</a:t>
            </a:r>
          </a:p>
          <a:p>
            <a:pPr>
              <a:spcAft>
                <a:spcPts val="1200"/>
              </a:spcAft>
              <a:defRPr sz="2000"/>
            </a:pPr>
            <a:r>
              <a:t>Understand Git and version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Weeks 1–3: Front-End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Week 1 – HTML: page structure, forms, tables, semantic tags and layouts.</a:t>
            </a:r>
          </a:p>
          <a:p>
            <a:pPr>
              <a:spcAft>
                <a:spcPts val="1200"/>
              </a:spcAft>
              <a:defRPr sz="2000"/>
            </a:pPr>
            <a:r>
              <a:t>Week 2 – CSS: selectors, box model, positioning, Flexbox, Grid and responsive design.</a:t>
            </a:r>
          </a:p>
          <a:p>
            <a:pPr>
              <a:spcAft>
                <a:spcPts val="1200"/>
              </a:spcAft>
              <a:defRPr sz="2000"/>
            </a:pPr>
            <a:r>
              <a:t>Week 3 – Bootstrap: responsive/mobile-first design, components, grid and utilities.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Weeks 4–5: JavaScript &amp; jQuery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Week 4 – JavaScript: variables, functions, loops, conditionals, DOM and events.</a:t>
            </a:r>
          </a:p>
          <a:p>
            <a:pPr>
              <a:spcAft>
                <a:spcPts val="1200"/>
              </a:spcAft>
              <a:defRPr sz="2000"/>
            </a:pPr>
            <a:r>
              <a:t>Week 5 – jQuery: DOM traversal, animations, event handling and AJAX interactions.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Weeks 6–8: Backend &amp;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Week 6 – Python: syntax, data types, loops, functions, OOP and backend fundamentals.</a:t>
            </a:r>
          </a:p>
          <a:p>
            <a:pPr>
              <a:spcAft>
                <a:spcPts val="1200"/>
              </a:spcAft>
              <a:defRPr sz="2000"/>
            </a:pPr>
            <a:r>
              <a:t>Week 7 – Django: models, views, templates, routing and authentication.</a:t>
            </a:r>
          </a:p>
          <a:p>
            <a:pPr>
              <a:spcAft>
                <a:spcPts val="1200"/>
              </a:spcAft>
              <a:defRPr sz="2000"/>
            </a:pPr>
            <a:r>
              <a:t>Week 8 – MySQL &amp; Database Management: SQL, database design, CRUD and Django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Skills Covered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HTML • CSS • Bootstrap</a:t>
            </a:r>
          </a:p>
          <a:p>
            <a:pPr>
              <a:spcAft>
                <a:spcPts val="1200"/>
              </a:spcAft>
              <a:defRPr sz="2000"/>
            </a:pPr>
            <a:r>
              <a:t>JavaScript • jQuery</a:t>
            </a:r>
          </a:p>
          <a:p>
            <a:pPr>
              <a:spcAft>
                <a:spcPts val="1200"/>
              </a:spcAft>
              <a:defRPr sz="2000"/>
            </a:pPr>
            <a:r>
              <a:t>Python • Django</a:t>
            </a:r>
          </a:p>
          <a:p>
            <a:pPr>
              <a:spcAft>
                <a:spcPts val="1200"/>
              </a:spcAft>
              <a:defRPr sz="2000"/>
            </a:pPr>
            <a:r>
              <a:t>SQL • MySQL / Database Management</a:t>
            </a:r>
          </a:p>
          <a:p>
            <a:pPr>
              <a:spcAft>
                <a:spcPts val="1200"/>
              </a:spcAft>
              <a:defRPr sz="2000"/>
            </a:pPr>
            <a:r>
              <a:t>Git &amp; Version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Structured understanding of Python full-stack development.</a:t>
            </a:r>
          </a:p>
          <a:p>
            <a:pPr>
              <a:spcAft>
                <a:spcPts val="1200"/>
              </a:spcAft>
              <a:defRPr sz="2000"/>
            </a:pPr>
            <a:r>
              <a:t>Exposure to both front-end and backend technologies.</a:t>
            </a:r>
          </a:p>
          <a:p>
            <a:pPr>
              <a:spcAft>
                <a:spcPts val="1200"/>
              </a:spcAft>
              <a:defRPr sz="2000"/>
            </a:pPr>
            <a:r>
              <a:t>Understanding of web application and database concepts.</a:t>
            </a:r>
          </a:p>
          <a:p>
            <a:pPr>
              <a:spcAft>
                <a:spcPts val="1200"/>
              </a:spcAft>
              <a:defRPr sz="2000"/>
            </a:pPr>
            <a:r>
              <a:t>Awareness of version control practices using Git.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8-week internship provided structured exposure to full-stack web development.</a:t>
            </a:r>
          </a:p>
          <a:p>
            <a:pPr>
              <a:spcAft>
                <a:spcPts val="1200"/>
              </a:spcAft>
              <a:defRPr sz="2000"/>
            </a:pPr>
            <a:r>
              <a:t>The program covered front-end, Python, Django, database and version-control concepts.</a:t>
            </a:r>
          </a:p>
          <a:p>
            <a:pPr>
              <a:spcAft>
                <a:spcPts val="1200"/>
              </a:spcAft>
              <a:defRPr sz="2000"/>
            </a:pPr>
            <a:r>
              <a:t>The internship requirements were successfully completed and the credential was issued on 29 July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Certificate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Credential: Python Fullstack Developer Virtual Internship</a:t>
            </a:r>
          </a:p>
          <a:p>
            <a:pPr>
              <a:spcAft>
                <a:spcPts val="1200"/>
              </a:spcAft>
              <a:defRPr sz="2000"/>
            </a:pPr>
            <a:r>
              <a:t>Certificate issued to: Aryan Raj</a:t>
            </a:r>
          </a:p>
          <a:p>
            <a:pPr>
              <a:spcAft>
                <a:spcPts val="1200"/>
              </a:spcAft>
              <a:defRPr sz="2000"/>
            </a:pPr>
            <a:r>
              <a:t>Issued on: 29 July 2026</a:t>
            </a:r>
          </a:p>
          <a:p>
            <a:pPr>
              <a:spcAft>
                <a:spcPts val="1200"/>
              </a:spcAft>
              <a:defRPr sz="2000"/>
            </a:pPr>
            <a:r>
              <a:t>Certificate ID: 49dcb99c3586fec612b1</a:t>
            </a:r>
          </a:p>
          <a:p>
            <a:pPr>
              <a:spcAft>
                <a:spcPts val="1200"/>
              </a:spcAft>
              <a:defRPr sz="2000"/>
            </a:pPr>
            <a:r>
              <a:t>Program: AICTE – EduSkills Virtual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