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7" r:id="rId12"/>
    <p:sldId id="265" r:id="rId13"/>
    <p:sldId id="266" r:id="rId1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082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749039" y="6327648"/>
            <a:ext cx="8439912" cy="530352"/>
          </a:xfrm>
          <a:prstGeom prst="rect">
            <a:avLst/>
          </a:prstGeom>
          <a:solidFill>
            <a:srgbClr val="F47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914400" cy="914400"/>
          </a:xfrm>
          <a:prstGeom prst="ellipse">
            <a:avLst/>
          </a:prstGeom>
          <a:solidFill>
            <a:srgbClr val="FFFFFF"/>
          </a:solidFill>
          <a:ln>
            <a:solidFill>
              <a:srgbClr val="F47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082856"/>
                </a:solidFill>
              </a:defRPr>
            </a:pPr>
            <a:r>
              <a:t>IILM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65836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Aptos"/>
              </a:defRPr>
            </a:pPr>
            <a:r>
              <a:t>IILM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02412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777240"/>
            <a:ext cx="7040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82856"/>
                </a:solidFill>
                <a:latin typeface="Aptos"/>
              </a:defRPr>
            </a:pPr>
            <a:r>
              <a:t>PYTHON FULLSTACK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1417320"/>
            <a:ext cx="7040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900" b="1">
                <a:solidFill>
                  <a:srgbClr val="195BA0"/>
                </a:solidFill>
                <a:latin typeface="Aptos"/>
              </a:defRPr>
            </a:pPr>
            <a:r>
              <a:t>DEVELOPER VIRTUAL INTERNSHIP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2121408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5F6978"/>
                </a:solidFill>
                <a:latin typeface="Aptos"/>
              </a:defRPr>
            </a:pPr>
            <a:r>
              <a:t>INTERNSHIP PRESENTATION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788920"/>
            <a:ext cx="3246120" cy="960120"/>
          </a:xfrm>
          <a:prstGeom prst="roundRect">
            <a:avLst/>
          </a:prstGeom>
          <a:solidFill>
            <a:srgbClr val="F5F8FC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2788920"/>
            <a:ext cx="64008" cy="960120"/>
          </a:xfrm>
          <a:prstGeom prst="rect">
            <a:avLst/>
          </a:prstGeom>
          <a:solidFill>
            <a:srgbClr val="F47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935224"/>
            <a:ext cx="2834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82856"/>
                </a:solidFill>
                <a:latin typeface="Aptos"/>
              </a:defRPr>
            </a:pPr>
            <a:r>
              <a:t>Student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319272"/>
            <a:ext cx="2834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1E2837"/>
                </a:solidFill>
                <a:latin typeface="Aptos"/>
              </a:defRPr>
            </a:pPr>
            <a:r>
              <a:t>Aryan Raj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2788920"/>
            <a:ext cx="3246120" cy="960120"/>
          </a:xfrm>
          <a:prstGeom prst="roundRect">
            <a:avLst/>
          </a:prstGeom>
          <a:solidFill>
            <a:srgbClr val="F5F8FC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18120" y="2788920"/>
            <a:ext cx="64008" cy="960120"/>
          </a:xfrm>
          <a:prstGeom prst="rect">
            <a:avLst/>
          </a:prstGeom>
          <a:solidFill>
            <a:srgbClr val="19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2935224"/>
            <a:ext cx="2834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82856"/>
                </a:solidFill>
                <a:latin typeface="Aptos"/>
              </a:defRPr>
            </a:pPr>
            <a:r>
              <a:t>Enrollment Number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3319272"/>
            <a:ext cx="2834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1E2837"/>
                </a:solidFill>
                <a:latin typeface="Aptos"/>
              </a:defRPr>
            </a:pPr>
            <a:r>
              <a:t>2410031289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3977639"/>
            <a:ext cx="3246120" cy="960120"/>
          </a:xfrm>
          <a:prstGeom prst="roundRect">
            <a:avLst/>
          </a:prstGeom>
          <a:solidFill>
            <a:srgbClr val="F5F8FC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43400" y="3977639"/>
            <a:ext cx="64008" cy="960120"/>
          </a:xfrm>
          <a:prstGeom prst="rect">
            <a:avLst/>
          </a:prstGeom>
          <a:solidFill>
            <a:srgbClr val="19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123944"/>
            <a:ext cx="2834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82856"/>
                </a:solidFill>
                <a:latin typeface="Aptos"/>
              </a:defRPr>
            </a:pPr>
            <a:r>
              <a:t>Program &amp; Semester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507992"/>
            <a:ext cx="2834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1E2837"/>
                </a:solidFill>
                <a:latin typeface="Aptos"/>
              </a:defRPr>
            </a:pPr>
            <a:r>
              <a:t>B.Tech CSE • Semester IV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18120" y="3977639"/>
            <a:ext cx="3246120" cy="960120"/>
          </a:xfrm>
          <a:prstGeom prst="roundRect">
            <a:avLst/>
          </a:prstGeom>
          <a:solidFill>
            <a:srgbClr val="F5F8FC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818120" y="3977639"/>
            <a:ext cx="64008" cy="960120"/>
          </a:xfrm>
          <a:prstGeom prst="rect">
            <a:avLst/>
          </a:prstGeom>
          <a:solidFill>
            <a:srgbClr val="F47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0" y="4123944"/>
            <a:ext cx="2834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82856"/>
                </a:solidFill>
                <a:latin typeface="Aptos"/>
              </a:defRPr>
            </a:pPr>
            <a:r>
              <a:t>Organization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4507992"/>
            <a:ext cx="2834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1E2837"/>
                </a:solidFill>
                <a:latin typeface="Aptos"/>
              </a:defRPr>
            </a:pPr>
            <a:r>
              <a:t>EduSkills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5321808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82856"/>
                </a:solidFill>
                <a:latin typeface="Aptos"/>
              </a:defRPr>
            </a:pPr>
            <a:r>
              <a:t>IILM University, Greater Noida • Academic Session 2026–27</a:t>
            </a:r>
          </a:p>
        </p:txBody>
      </p:sp>
      <p:pic>
        <p:nvPicPr>
          <p:cNvPr id="28" name="Picture 27" descr="images (1)"/>
          <p:cNvPicPr>
            <a:picLocks noChangeAspect="1"/>
          </p:cNvPicPr>
          <p:nvPr/>
        </p:nvPicPr>
        <p:blipFill>
          <a:blip r:embed="rId1"/>
          <a:srcRect l="8003" t="33515" r="5539" b="30462"/>
          <a:stretch>
            <a:fillRect/>
          </a:stretch>
        </p:blipFill>
        <p:spPr>
          <a:xfrm>
            <a:off x="9415145" y="88265"/>
            <a:ext cx="2517775" cy="10490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F47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82856"/>
                </a:solidFill>
                <a:latin typeface="Aptos"/>
              </a:defRPr>
            </a:pPr>
            <a:r>
              <a:t>Internship Overview</a:t>
            </a:r>
          </a:p>
        </p:txBody>
      </p:sp>
      <p:sp>
        <p:nvSpPr>
          <p:cNvPr id="5" name="Oval 4"/>
          <p:cNvSpPr/>
          <p:nvPr/>
        </p:nvSpPr>
        <p:spPr>
          <a:xfrm>
            <a:off x="11" y="0"/>
            <a:ext cx="0" cy="0"/>
          </a:xfrm>
          <a:prstGeom prst="ellipse">
            <a:avLst/>
          </a:prstGeom>
          <a:solidFill>
            <a:srgbClr val="F47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78"/>
                </a:solidFill>
                <a:latin typeface="Aptos"/>
              </a:defRPr>
            </a:pPr>
            <a:r>
              <a:t>EduSkills • Python Fullstack Developer Virtual Internship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10607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E2837"/>
                </a:solidFill>
                <a:latin typeface="Aptos"/>
              </a:defRPr>
            </a:pPr>
            <a:r>
              <a:t>• 8-week Python Fullstack Developer Virtual Internship under the AICTE–EduSkills Virtual Internship framework.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39112"/>
            <a:ext cx="10607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E2837"/>
                </a:solidFill>
                <a:latin typeface="Aptos"/>
              </a:defRPr>
            </a:pPr>
            <a:r>
              <a:t>• Documented internship period: June – August 2026.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52344"/>
            <a:ext cx="10607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E2837"/>
                </a:solidFill>
                <a:latin typeface="Aptos"/>
              </a:defRPr>
            </a:pPr>
            <a:r>
              <a:t>• Focus areas: frontend development, backend development, databases and version control.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465576"/>
            <a:ext cx="10607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E2837"/>
                </a:solidFill>
                <a:latin typeface="Aptos"/>
              </a:defRPr>
            </a:pPr>
            <a:r>
              <a:t>• Core technologies: HTML, CSS, Bootstrap, JavaScript, jQuery, Python, Django, SQL/MySQL and Git.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178808"/>
            <a:ext cx="10607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E2837"/>
                </a:solidFill>
                <a:latin typeface="Aptos"/>
              </a:defRPr>
            </a:pPr>
            <a:r>
              <a:t>• Designed to build a structured foundation for Python-based full-stack web development.</a:t>
            </a:r>
          </a:p>
        </p:txBody>
      </p:sp>
      <p:pic>
        <p:nvPicPr>
          <p:cNvPr id="28" name="Picture 27" descr="images (1)"/>
          <p:cNvPicPr>
            <a:picLocks noChangeAspect="1"/>
          </p:cNvPicPr>
          <p:nvPr/>
        </p:nvPicPr>
        <p:blipFill>
          <a:blip r:embed="rId1"/>
          <a:srcRect l="8003" t="33515" r="5539" b="30462"/>
          <a:stretch>
            <a:fillRect/>
          </a:stretch>
        </p:blipFill>
        <p:spPr>
          <a:xfrm>
            <a:off x="9521190" y="222250"/>
            <a:ext cx="2517775" cy="10490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F47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82856"/>
                </a:solidFill>
                <a:latin typeface="Aptos"/>
              </a:defRPr>
            </a:pPr>
            <a:r>
              <a:t>Internship Curriculum</a:t>
            </a:r>
          </a:p>
        </p:txBody>
      </p:sp>
      <p:sp>
        <p:nvSpPr>
          <p:cNvPr id="5" name="Oval 4"/>
          <p:cNvSpPr/>
          <p:nvPr/>
        </p:nvSpPr>
        <p:spPr>
          <a:xfrm>
            <a:off x="11" y="0"/>
            <a:ext cx="0" cy="0"/>
          </a:xfrm>
          <a:prstGeom prst="ellipse">
            <a:avLst/>
          </a:prstGeom>
          <a:solidFill>
            <a:srgbClr val="F47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78"/>
                </a:solidFill>
                <a:latin typeface="Aptos"/>
              </a:defRPr>
            </a:pPr>
            <a:r>
              <a:t>EduSkills • Python Fullstack Developer Virtual Internship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88720"/>
            <a:ext cx="338328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188720"/>
            <a:ext cx="64008" cy="1234440"/>
          </a:xfrm>
          <a:prstGeom prst="rect">
            <a:avLst/>
          </a:prstGeom>
          <a:solidFill>
            <a:srgbClr val="19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335024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82856"/>
                </a:solidFill>
                <a:latin typeface="Aptos"/>
              </a:defRPr>
            </a:pPr>
            <a:r>
              <a:t>HTML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719072"/>
            <a:ext cx="2971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1E2837"/>
                </a:solidFill>
                <a:latin typeface="Aptos"/>
              </a:defRPr>
            </a:pPr>
            <a:r>
              <a:t>Structure, elements, forms, tables and semantic tags.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188720"/>
            <a:ext cx="338328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188720"/>
            <a:ext cx="64008" cy="1234440"/>
          </a:xfrm>
          <a:prstGeom prst="rect">
            <a:avLst/>
          </a:prstGeom>
          <a:solidFill>
            <a:srgbClr val="19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335024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82856"/>
                </a:solidFill>
                <a:latin typeface="Aptos"/>
              </a:defRPr>
            </a:pPr>
            <a:r>
              <a:t>CSS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1719072"/>
            <a:ext cx="2971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1E2837"/>
                </a:solidFill>
                <a:latin typeface="Aptos"/>
              </a:defRPr>
            </a:pPr>
            <a:r>
              <a:t>Selectors, box model, Flexbox, Grid and responsive styling.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188720"/>
            <a:ext cx="338328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188720"/>
            <a:ext cx="64008" cy="1234440"/>
          </a:xfrm>
          <a:prstGeom prst="rect">
            <a:avLst/>
          </a:prstGeom>
          <a:solidFill>
            <a:srgbClr val="19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1335024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82856"/>
                </a:solidFill>
                <a:latin typeface="Aptos"/>
              </a:defRPr>
            </a:pPr>
            <a:r>
              <a:t>Bootstrap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1719072"/>
            <a:ext cx="2971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1E2837"/>
                </a:solidFill>
                <a:latin typeface="Aptos"/>
              </a:defRPr>
            </a:pPr>
            <a:r>
              <a:t>Responsive/mobile-first design, components and utilities.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2697480"/>
            <a:ext cx="338328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2697480"/>
            <a:ext cx="64008" cy="1234440"/>
          </a:xfrm>
          <a:prstGeom prst="rect">
            <a:avLst/>
          </a:prstGeom>
          <a:solidFill>
            <a:srgbClr val="19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2843784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82856"/>
                </a:solidFill>
                <a:latin typeface="Aptos"/>
              </a:defRPr>
            </a:pPr>
            <a:r>
              <a:t>JavaScript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227832"/>
            <a:ext cx="2971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1E2837"/>
                </a:solidFill>
                <a:latin typeface="Aptos"/>
              </a:defRPr>
            </a:pPr>
            <a:r>
              <a:t>Fundamentals, DOM manipulation and event handling.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2697480"/>
            <a:ext cx="338328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34840" y="2697480"/>
            <a:ext cx="64008" cy="1234440"/>
          </a:xfrm>
          <a:prstGeom prst="rect">
            <a:avLst/>
          </a:prstGeom>
          <a:solidFill>
            <a:srgbClr val="19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3440" y="2843784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82856"/>
                </a:solidFill>
                <a:latin typeface="Aptos"/>
              </a:defRPr>
            </a:pPr>
            <a:r>
              <a:t>jQuery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3227832"/>
            <a:ext cx="2971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1E2837"/>
                </a:solidFill>
                <a:latin typeface="Aptos"/>
              </a:defRPr>
            </a:pPr>
            <a:r>
              <a:t>DOM traversal, animations, events and AJAX.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2697480"/>
            <a:ext cx="338328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0" y="2697480"/>
            <a:ext cx="64008" cy="1234440"/>
          </a:xfrm>
          <a:prstGeom prst="rect">
            <a:avLst/>
          </a:prstGeom>
          <a:solidFill>
            <a:srgbClr val="F47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58200" y="2843784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82856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3227832"/>
            <a:ext cx="2971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1E2837"/>
                </a:solidFill>
                <a:latin typeface="Aptos"/>
              </a:defRPr>
            </a:pPr>
            <a:r>
              <a:t>Syntax, data types, loops, functions and OOP.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4206240"/>
            <a:ext cx="338328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4206240"/>
            <a:ext cx="64008" cy="1234440"/>
          </a:xfrm>
          <a:prstGeom prst="rect">
            <a:avLst/>
          </a:prstGeom>
          <a:solidFill>
            <a:srgbClr val="F47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4352544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82856"/>
                </a:solidFill>
                <a:latin typeface="Aptos"/>
              </a:defRPr>
            </a:pPr>
            <a:r>
              <a:t>Django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4736592"/>
            <a:ext cx="2971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1E2837"/>
                </a:solidFill>
                <a:latin typeface="Aptos"/>
              </a:defRPr>
            </a:pPr>
            <a:r>
              <a:t>Models, views, templates, routing and authentication.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34840" y="4206240"/>
            <a:ext cx="338328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434840" y="4206240"/>
            <a:ext cx="64008" cy="1234440"/>
          </a:xfrm>
          <a:prstGeom prst="rect">
            <a:avLst/>
          </a:prstGeom>
          <a:solidFill>
            <a:srgbClr val="19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63440" y="4352544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82856"/>
                </a:solidFill>
                <a:latin typeface="Aptos"/>
              </a:defRPr>
            </a:pPr>
            <a:r>
              <a:t>SQL / MySQL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63440" y="4736592"/>
            <a:ext cx="2971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1E2837"/>
                </a:solidFill>
                <a:latin typeface="Aptos"/>
              </a:defRPr>
            </a:pPr>
            <a:r>
              <a:t>Queries, database design, CRUD and management.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0" y="4206240"/>
            <a:ext cx="338328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229600" y="4206240"/>
            <a:ext cx="64008" cy="1234440"/>
          </a:xfrm>
          <a:prstGeom prst="rect">
            <a:avLst/>
          </a:prstGeom>
          <a:solidFill>
            <a:srgbClr val="F47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58200" y="4352544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82856"/>
                </a:solidFill>
                <a:latin typeface="Aptos"/>
              </a:defRPr>
            </a:pPr>
            <a:r>
              <a:t>Git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58200" y="4736592"/>
            <a:ext cx="2971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1E2837"/>
                </a:solidFill>
                <a:latin typeface="Aptos"/>
              </a:defRPr>
            </a:pPr>
            <a:r>
              <a:t>Version control and source-code management.</a:t>
            </a:r>
          </a:p>
        </p:txBody>
      </p:sp>
      <p:pic>
        <p:nvPicPr>
          <p:cNvPr id="43" name="Picture 42" descr="images (1)"/>
          <p:cNvPicPr>
            <a:picLocks noChangeAspect="1"/>
          </p:cNvPicPr>
          <p:nvPr/>
        </p:nvPicPr>
        <p:blipFill>
          <a:blip r:embed="rId1"/>
          <a:srcRect l="8003" t="33515" r="5539" b="30462"/>
          <a:stretch>
            <a:fillRect/>
          </a:stretch>
        </p:blipFill>
        <p:spPr>
          <a:xfrm>
            <a:off x="9674860" y="196215"/>
            <a:ext cx="2258060" cy="9410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F47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82856"/>
                </a:solidFill>
                <a:latin typeface="Aptos"/>
              </a:defRPr>
            </a:pPr>
            <a:r>
              <a:t>Learning Objectives</a:t>
            </a:r>
          </a:p>
        </p:txBody>
      </p:sp>
      <p:sp>
        <p:nvSpPr>
          <p:cNvPr id="5" name="Oval 4"/>
          <p:cNvSpPr/>
          <p:nvPr/>
        </p:nvSpPr>
        <p:spPr>
          <a:xfrm>
            <a:off x="11" y="0"/>
            <a:ext cx="0" cy="0"/>
          </a:xfrm>
          <a:prstGeom prst="ellipse">
            <a:avLst/>
          </a:prstGeom>
          <a:solidFill>
            <a:srgbClr val="F47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78"/>
                </a:solidFill>
                <a:latin typeface="Aptos"/>
              </a:defRPr>
            </a:pPr>
            <a:r>
              <a:t>EduSkills • Python Fullstack Developer Virtual Internship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10607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E2837"/>
                </a:solidFill>
                <a:latin typeface="Aptos"/>
              </a:defRPr>
            </a:pPr>
            <a:r>
              <a:t>• Understand the fundamentals of modern web page structure and styling.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39112"/>
            <a:ext cx="10607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E2837"/>
                </a:solidFill>
                <a:latin typeface="Aptos"/>
              </a:defRPr>
            </a:pPr>
            <a:r>
              <a:t>• Create responsive, mobile-first interfaces using Bootstrap.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52344"/>
            <a:ext cx="10607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E2837"/>
                </a:solidFill>
                <a:latin typeface="Aptos"/>
              </a:defRPr>
            </a:pPr>
            <a:r>
              <a:t>• Use JavaScript and jQuery for client-side interaction and DOM manipulation.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465576"/>
            <a:ext cx="10607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E2837"/>
                </a:solidFill>
                <a:latin typeface="Aptos"/>
              </a:defRPr>
            </a:pPr>
            <a:r>
              <a:t>• Develop programming fundamentals with Python.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178808"/>
            <a:ext cx="10607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E2837"/>
                </a:solidFill>
                <a:latin typeface="Aptos"/>
              </a:defRPr>
            </a:pPr>
            <a:r>
              <a:t>• Understand Django-based backend concepts and application structure.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892040"/>
            <a:ext cx="10607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E2837"/>
                </a:solidFill>
                <a:latin typeface="Aptos"/>
              </a:defRPr>
            </a:pPr>
            <a:r>
              <a:t>• Learn SQL, database design and CRUD operations.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605272"/>
            <a:ext cx="10607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E2837"/>
                </a:solidFill>
                <a:latin typeface="Aptos"/>
              </a:defRPr>
            </a:pPr>
            <a:r>
              <a:t>• Understand Git for source-code management and development workflow.</a:t>
            </a:r>
          </a:p>
        </p:txBody>
      </p:sp>
      <p:pic>
        <p:nvPicPr>
          <p:cNvPr id="28" name="Picture 27" descr="images (1)"/>
          <p:cNvPicPr>
            <a:picLocks noChangeAspect="1"/>
          </p:cNvPicPr>
          <p:nvPr/>
        </p:nvPicPr>
        <p:blipFill>
          <a:blip r:embed="rId1"/>
          <a:srcRect l="8003" t="33515" r="5539" b="30462"/>
          <a:stretch>
            <a:fillRect/>
          </a:stretch>
        </p:blipFill>
        <p:spPr>
          <a:xfrm>
            <a:off x="9501505" y="188595"/>
            <a:ext cx="2517775" cy="10490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F47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82856"/>
                </a:solidFill>
                <a:latin typeface="Aptos"/>
              </a:defRPr>
            </a:pPr>
            <a:r>
              <a:t>Full-Stack Technology Stack</a:t>
            </a:r>
          </a:p>
        </p:txBody>
      </p:sp>
      <p:sp>
        <p:nvSpPr>
          <p:cNvPr id="5" name="Oval 4"/>
          <p:cNvSpPr/>
          <p:nvPr/>
        </p:nvSpPr>
        <p:spPr>
          <a:xfrm>
            <a:off x="11" y="0"/>
            <a:ext cx="0" cy="0"/>
          </a:xfrm>
          <a:prstGeom prst="ellipse">
            <a:avLst/>
          </a:prstGeom>
          <a:solidFill>
            <a:srgbClr val="F47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78"/>
                </a:solidFill>
                <a:latin typeface="Aptos"/>
              </a:defRPr>
            </a:pPr>
            <a:r>
              <a:t>EduSkills • Python Fullstack Developer Virtual Internship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8880" y="1143000"/>
            <a:ext cx="7269480" cy="658368"/>
          </a:xfrm>
          <a:prstGeom prst="roundRect">
            <a:avLst/>
          </a:prstGeom>
          <a:solidFill>
            <a:srgbClr val="F5F8FC"/>
          </a:solidFill>
          <a:ln>
            <a:solidFill>
              <a:srgbClr val="0828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E2837"/>
                </a:solidFill>
              </a:defRPr>
            </a:pPr>
            <a:r>
              <a:t>PRESENTATION   |   HTML • CSS • Bootstrap</a:t>
            </a:r>
          </a:p>
        </p:txBody>
      </p:sp>
      <p:sp>
        <p:nvSpPr>
          <p:cNvPr id="8" name="Down Arrow 7"/>
          <p:cNvSpPr/>
          <p:nvPr/>
        </p:nvSpPr>
        <p:spPr>
          <a:xfrm>
            <a:off x="5715000" y="1801368"/>
            <a:ext cx="731520" cy="228600"/>
          </a:xfrm>
          <a:prstGeom prst="downArrow">
            <a:avLst/>
          </a:prstGeom>
          <a:solidFill>
            <a:srgbClr val="5F6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468880" y="2103120"/>
            <a:ext cx="7269480" cy="658368"/>
          </a:xfrm>
          <a:prstGeom prst="roundRect">
            <a:avLst/>
          </a:prstGeom>
          <a:solidFill>
            <a:srgbClr val="F5F8FC"/>
          </a:solidFill>
          <a:ln>
            <a:solidFill>
              <a:srgbClr val="F47E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E2837"/>
                </a:solidFill>
              </a:defRPr>
            </a:pPr>
            <a:r>
              <a:t>CLIENT-SIDE   |   JavaScript • jQuery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715000" y="2761487"/>
            <a:ext cx="731520" cy="228600"/>
          </a:xfrm>
          <a:prstGeom prst="downArrow">
            <a:avLst/>
          </a:prstGeom>
          <a:solidFill>
            <a:srgbClr val="5F6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468880" y="3063240"/>
            <a:ext cx="7269480" cy="658368"/>
          </a:xfrm>
          <a:prstGeom prst="roundRect">
            <a:avLst/>
          </a:prstGeom>
          <a:solidFill>
            <a:srgbClr val="F5F8FC"/>
          </a:solidFill>
          <a:ln>
            <a:solidFill>
              <a:srgbClr val="195B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E2837"/>
                </a:solidFill>
              </a:defRPr>
            </a:pPr>
            <a:r>
              <a:t>BACKEND   |   Python • Django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715000" y="3721608"/>
            <a:ext cx="731520" cy="228600"/>
          </a:xfrm>
          <a:prstGeom prst="downArrow">
            <a:avLst/>
          </a:prstGeom>
          <a:solidFill>
            <a:srgbClr val="5F6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468880" y="4023360"/>
            <a:ext cx="7269480" cy="658368"/>
          </a:xfrm>
          <a:prstGeom prst="roundRect">
            <a:avLst/>
          </a:prstGeom>
          <a:solidFill>
            <a:srgbClr val="F5F8FC"/>
          </a:solidFill>
          <a:ln>
            <a:solidFill>
              <a:srgbClr val="237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E2837"/>
                </a:solidFill>
              </a:defRPr>
            </a:pPr>
            <a:r>
              <a:t>DATABASE   |   SQL • MySQL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5715000" y="4681728"/>
            <a:ext cx="731520" cy="228600"/>
          </a:xfrm>
          <a:prstGeom prst="downArrow">
            <a:avLst/>
          </a:prstGeom>
          <a:solidFill>
            <a:srgbClr val="5F6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468880" y="4983480"/>
            <a:ext cx="7269480" cy="658368"/>
          </a:xfrm>
          <a:prstGeom prst="roundRect">
            <a:avLst/>
          </a:prstGeom>
          <a:solidFill>
            <a:srgbClr val="F5F8FC"/>
          </a:solidFill>
          <a:ln>
            <a:solidFill>
              <a:srgbClr val="0828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E2837"/>
                </a:solidFill>
              </a:defRPr>
            </a:pPr>
            <a:r>
              <a:t>VERSION CONTROL   |   Git</a:t>
            </a:r>
          </a:p>
        </p:txBody>
      </p:sp>
      <p:pic>
        <p:nvPicPr>
          <p:cNvPr id="28" name="Picture 27" descr="images (1)"/>
          <p:cNvPicPr>
            <a:picLocks noChangeAspect="1"/>
          </p:cNvPicPr>
          <p:nvPr/>
        </p:nvPicPr>
        <p:blipFill>
          <a:blip r:embed="rId1"/>
          <a:srcRect l="8003" t="33515" r="5539" b="30462"/>
          <a:stretch>
            <a:fillRect/>
          </a:stretch>
        </p:blipFill>
        <p:spPr>
          <a:xfrm>
            <a:off x="9674225" y="175260"/>
            <a:ext cx="2517775" cy="10490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F47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82856"/>
                </a:solidFill>
                <a:latin typeface="Aptos"/>
              </a:defRPr>
            </a:pPr>
            <a:r>
              <a:t>Week-wise Methodology</a:t>
            </a:r>
          </a:p>
        </p:txBody>
      </p:sp>
      <p:sp>
        <p:nvSpPr>
          <p:cNvPr id="5" name="Oval 4"/>
          <p:cNvSpPr/>
          <p:nvPr/>
        </p:nvSpPr>
        <p:spPr>
          <a:xfrm>
            <a:off x="11" y="0"/>
            <a:ext cx="0" cy="0"/>
          </a:xfrm>
          <a:prstGeom prst="ellipse">
            <a:avLst/>
          </a:prstGeom>
          <a:solidFill>
            <a:srgbClr val="F47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78"/>
                </a:solidFill>
                <a:latin typeface="Aptos"/>
              </a:defRPr>
            </a:pPr>
            <a:r>
              <a:t>EduSkills • Python Fullstack Developer Virtual Internship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143000"/>
          <a:ext cx="11064240" cy="5166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2286000"/>
                <a:gridCol w="7909560"/>
              </a:tblGrid>
              <a:tr h="5740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WEEK</a:t>
                      </a:r>
                    </a:p>
                  </a:txBody>
                  <a:tcPr marL="73152" marR="73152">
                    <a:solidFill>
                      <a:srgbClr val="08285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MODULE</a:t>
                      </a:r>
                    </a:p>
                  </a:txBody>
                  <a:tcPr marL="73152" marR="73152">
                    <a:solidFill>
                      <a:srgbClr val="08285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LEARNING FOCUS</a:t>
                      </a:r>
                    </a:p>
                  </a:txBody>
                  <a:tcPr marL="73152" marR="73152">
                    <a:solidFill>
                      <a:srgbClr val="082856"/>
                    </a:solidFill>
                  </a:tcPr>
                </a:tc>
              </a:tr>
              <a:tr h="57404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8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837"/>
                          </a:solidFill>
                        </a:defRPr>
                      </a:pPr>
                      <a:r>
                        <a:t>HTML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E2837"/>
                          </a:solidFill>
                        </a:defRPr>
                      </a:pPr>
                      <a:r>
                        <a:t>Structure, elements, forms, tables, semantic tags and layouts.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57404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837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L="73152" marR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837"/>
                          </a:solidFill>
                        </a:defRPr>
                      </a:pPr>
                      <a:r>
                        <a:t>CSS</a:t>
                      </a:r>
                    </a:p>
                  </a:txBody>
                  <a:tcPr marL="73152" marR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E2837"/>
                          </a:solidFill>
                        </a:defRPr>
                      </a:pPr>
                      <a:r>
                        <a:t>Selectors, box model, positioning, Flexbox, Grid and responsive styling.</a:t>
                      </a:r>
                    </a:p>
                  </a:txBody>
                  <a:tcPr marL="73152" marR="73152">
                    <a:solidFill>
                      <a:srgbClr val="F5F8FC"/>
                    </a:solidFill>
                  </a:tcPr>
                </a:tc>
              </a:tr>
              <a:tr h="57404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837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837"/>
                          </a:solidFill>
                        </a:defRPr>
                      </a:pPr>
                      <a:r>
                        <a:t>Bootstrap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E2837"/>
                          </a:solidFill>
                        </a:defRPr>
                      </a:pPr>
                      <a:r>
                        <a:t>Responsive/mobile-first development, components, grid and utilities.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57404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837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marL="73152" marR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837"/>
                          </a:solidFill>
                        </a:defRPr>
                      </a:pPr>
                      <a:r>
                        <a:t>JavaScript</a:t>
                      </a:r>
                    </a:p>
                  </a:txBody>
                  <a:tcPr marL="73152" marR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E2837"/>
                          </a:solidFill>
                        </a:defRPr>
                      </a:pPr>
                      <a:r>
                        <a:t>Fundamentals, DOM manipulation and event handling.</a:t>
                      </a:r>
                    </a:p>
                  </a:txBody>
                  <a:tcPr marL="73152" marR="73152">
                    <a:solidFill>
                      <a:srgbClr val="F5F8FC"/>
                    </a:solidFill>
                  </a:tcPr>
                </a:tc>
              </a:tr>
              <a:tr h="57404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837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837"/>
                          </a:solidFill>
                        </a:defRPr>
                      </a:pPr>
                      <a:r>
                        <a:t>jQuery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E2837"/>
                          </a:solidFill>
                        </a:defRPr>
                      </a:pPr>
                      <a:r>
                        <a:t>DOM traversal, animations, event handling and AJAX.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57404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837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marL="73152" marR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837"/>
                          </a:solidFill>
                        </a:defRPr>
                      </a:pPr>
                      <a:r>
                        <a:t>Python</a:t>
                      </a:r>
                    </a:p>
                  </a:txBody>
                  <a:tcPr marL="73152" marR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E2837"/>
                          </a:solidFill>
                        </a:defRPr>
                      </a:pPr>
                      <a:r>
                        <a:t>Syntax, data types, loops, functions, OOP and backend fundamentals.</a:t>
                      </a:r>
                    </a:p>
                  </a:txBody>
                  <a:tcPr marL="73152" marR="73152">
                    <a:solidFill>
                      <a:srgbClr val="F5F8FC"/>
                    </a:solidFill>
                  </a:tcPr>
                </a:tc>
              </a:tr>
              <a:tr h="57404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837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837"/>
                          </a:solidFill>
                        </a:defRPr>
                      </a:pPr>
                      <a:r>
                        <a:t>Django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E2837"/>
                          </a:solidFill>
                        </a:defRPr>
                      </a:pPr>
                      <a:r>
                        <a:t>Models, views, templates, routing and authentication.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57404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837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marL="73152" marR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1E2837"/>
                          </a:solidFill>
                        </a:defRPr>
                      </a:pPr>
                      <a:r>
                        <a:t>MySQL &amp; Database</a:t>
                      </a:r>
                    </a:p>
                  </a:txBody>
                  <a:tcPr marL="73152" marR="73152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1E2837"/>
                          </a:solidFill>
                        </a:defRPr>
                      </a:pPr>
                      <a:r>
                        <a:t>SQL, database design, CRUD and Django integration.</a:t>
                      </a:r>
                    </a:p>
                  </a:txBody>
                  <a:tcPr marL="73152" marR="73152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pic>
        <p:nvPicPr>
          <p:cNvPr id="28" name="Picture 27" descr="images (1)"/>
          <p:cNvPicPr>
            <a:picLocks noChangeAspect="1"/>
          </p:cNvPicPr>
          <p:nvPr/>
        </p:nvPicPr>
        <p:blipFill>
          <a:blip r:embed="rId1"/>
          <a:srcRect l="8003" t="33515" r="5539" b="30462"/>
          <a:stretch>
            <a:fillRect/>
          </a:stretch>
        </p:blipFill>
        <p:spPr>
          <a:xfrm>
            <a:off x="9965055" y="171450"/>
            <a:ext cx="2160905" cy="9004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F47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82856"/>
                </a:solidFill>
                <a:latin typeface="Aptos"/>
              </a:defRPr>
            </a:pPr>
            <a:r>
              <a:t>Development Workflow</a:t>
            </a:r>
          </a:p>
        </p:txBody>
      </p:sp>
      <p:sp>
        <p:nvSpPr>
          <p:cNvPr id="5" name="Oval 4"/>
          <p:cNvSpPr/>
          <p:nvPr/>
        </p:nvSpPr>
        <p:spPr>
          <a:xfrm>
            <a:off x="11" y="0"/>
            <a:ext cx="0" cy="0"/>
          </a:xfrm>
          <a:prstGeom prst="ellipse">
            <a:avLst/>
          </a:prstGeom>
          <a:solidFill>
            <a:srgbClr val="F47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78"/>
                </a:solidFill>
                <a:latin typeface="Aptos"/>
              </a:defRPr>
            </a:pPr>
            <a:r>
              <a:t>EduSkills • Python Fullstack Developer Virtual Internship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3383280" cy="1691640"/>
          </a:xfrm>
          <a:prstGeom prst="roundRect">
            <a:avLst/>
          </a:prstGeom>
          <a:solidFill>
            <a:srgbClr val="F5F8FC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234440"/>
            <a:ext cx="64008" cy="1691640"/>
          </a:xfrm>
          <a:prstGeom prst="rect">
            <a:avLst/>
          </a:prstGeom>
          <a:solidFill>
            <a:srgbClr val="19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380744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82856"/>
                </a:solidFill>
                <a:latin typeface="Aptos"/>
              </a:defRPr>
            </a:pPr>
            <a:r>
              <a:t>01 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764792"/>
            <a:ext cx="2971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1E2837"/>
                </a:solidFill>
                <a:latin typeface="Aptos"/>
              </a:defRPr>
            </a:pPr>
            <a:r>
              <a:t>Understand requirements and define application structure.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234440"/>
            <a:ext cx="3383280" cy="1691640"/>
          </a:xfrm>
          <a:prstGeom prst="roundRect">
            <a:avLst/>
          </a:prstGeom>
          <a:solidFill>
            <a:srgbClr val="F5F8FC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234440"/>
            <a:ext cx="64008" cy="1691640"/>
          </a:xfrm>
          <a:prstGeom prst="rect">
            <a:avLst/>
          </a:prstGeom>
          <a:solidFill>
            <a:srgbClr val="F47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380744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82856"/>
                </a:solidFill>
                <a:latin typeface="Aptos"/>
              </a:defRPr>
            </a:pPr>
            <a:r>
              <a:t>02  Build 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1764792"/>
            <a:ext cx="2971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1E2837"/>
                </a:solidFill>
                <a:latin typeface="Aptos"/>
              </a:defRPr>
            </a:pPr>
            <a:r>
              <a:t>Create responsive interfaces with HTML, CSS and Bootstrap.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234440"/>
            <a:ext cx="3383280" cy="1691640"/>
          </a:xfrm>
          <a:prstGeom prst="roundRect">
            <a:avLst/>
          </a:prstGeom>
          <a:solidFill>
            <a:srgbClr val="F5F8FC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234440"/>
            <a:ext cx="64008" cy="1691640"/>
          </a:xfrm>
          <a:prstGeom prst="rect">
            <a:avLst/>
          </a:prstGeom>
          <a:solidFill>
            <a:srgbClr val="19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1380744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82856"/>
                </a:solidFill>
                <a:latin typeface="Aptos"/>
              </a:defRPr>
            </a:pPr>
            <a:r>
              <a:t>03  Add Interaction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1764792"/>
            <a:ext cx="2971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1E2837"/>
                </a:solidFill>
                <a:latin typeface="Aptos"/>
              </a:defRPr>
            </a:pPr>
            <a:r>
              <a:t>Use JavaScript and jQuery for client-side behaviour.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566160"/>
            <a:ext cx="3383280" cy="1691640"/>
          </a:xfrm>
          <a:prstGeom prst="roundRect">
            <a:avLst/>
          </a:prstGeom>
          <a:solidFill>
            <a:srgbClr val="F5F8FC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566160"/>
            <a:ext cx="64008" cy="1691640"/>
          </a:xfrm>
          <a:prstGeom prst="rect">
            <a:avLst/>
          </a:prstGeom>
          <a:solidFill>
            <a:srgbClr val="F47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712463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82856"/>
                </a:solidFill>
                <a:latin typeface="Aptos"/>
              </a:defRPr>
            </a:pPr>
            <a:r>
              <a:t>04  Develop Backend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096511"/>
            <a:ext cx="2971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1E2837"/>
                </a:solidFill>
                <a:latin typeface="Aptos"/>
              </a:defRPr>
            </a:pPr>
            <a:r>
              <a:t>Use Python and Django for application logic.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3566160"/>
            <a:ext cx="3383280" cy="1691640"/>
          </a:xfrm>
          <a:prstGeom prst="roundRect">
            <a:avLst/>
          </a:prstGeom>
          <a:solidFill>
            <a:srgbClr val="F5F8FC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34840" y="3566160"/>
            <a:ext cx="64008" cy="1691640"/>
          </a:xfrm>
          <a:prstGeom prst="rect">
            <a:avLst/>
          </a:prstGeom>
          <a:solidFill>
            <a:srgbClr val="19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3440" y="3712463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82856"/>
                </a:solidFill>
                <a:latin typeface="Aptos"/>
              </a:defRPr>
            </a:pPr>
            <a:r>
              <a:t>05  Manage 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4096511"/>
            <a:ext cx="2971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1E2837"/>
                </a:solidFill>
                <a:latin typeface="Aptos"/>
              </a:defRPr>
            </a:pPr>
            <a:r>
              <a:t>Apply SQL/MySQL database concepts and CRUD.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3566160"/>
            <a:ext cx="3383280" cy="1691640"/>
          </a:xfrm>
          <a:prstGeom prst="roundRect">
            <a:avLst/>
          </a:prstGeom>
          <a:solidFill>
            <a:srgbClr val="F5F8FC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0" y="3566160"/>
            <a:ext cx="64008" cy="1691640"/>
          </a:xfrm>
          <a:prstGeom prst="rect">
            <a:avLst/>
          </a:prstGeom>
          <a:solidFill>
            <a:srgbClr val="F47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58200" y="3712463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82856"/>
                </a:solidFill>
                <a:latin typeface="Aptos"/>
              </a:defRPr>
            </a:pPr>
            <a:r>
              <a:t>06  Version Control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4096511"/>
            <a:ext cx="2971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1E2837"/>
                </a:solidFill>
                <a:latin typeface="Aptos"/>
              </a:defRPr>
            </a:pPr>
            <a:r>
              <a:t>Track and manage source code with Git.</a:t>
            </a:r>
          </a:p>
        </p:txBody>
      </p:sp>
      <p:pic>
        <p:nvPicPr>
          <p:cNvPr id="31" name="Picture 30" descr="images (1)"/>
          <p:cNvPicPr>
            <a:picLocks noChangeAspect="1"/>
          </p:cNvPicPr>
          <p:nvPr/>
        </p:nvPicPr>
        <p:blipFill>
          <a:blip r:embed="rId1"/>
          <a:srcRect l="8003" t="33515" r="5539" b="30462"/>
          <a:stretch>
            <a:fillRect/>
          </a:stretch>
        </p:blipFill>
        <p:spPr>
          <a:xfrm>
            <a:off x="9636125" y="189230"/>
            <a:ext cx="2296795" cy="9569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F47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82856"/>
                </a:solidFill>
                <a:latin typeface="Aptos"/>
              </a:defRPr>
            </a:pPr>
            <a:r>
              <a:t>Skills &amp; Learning Outcomes</a:t>
            </a:r>
          </a:p>
        </p:txBody>
      </p:sp>
      <p:sp>
        <p:nvSpPr>
          <p:cNvPr id="5" name="Oval 4"/>
          <p:cNvSpPr/>
          <p:nvPr/>
        </p:nvSpPr>
        <p:spPr>
          <a:xfrm>
            <a:off x="11" y="0"/>
            <a:ext cx="0" cy="0"/>
          </a:xfrm>
          <a:prstGeom prst="ellipse">
            <a:avLst/>
          </a:prstGeom>
          <a:solidFill>
            <a:srgbClr val="F47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78"/>
                </a:solidFill>
                <a:latin typeface="Aptos"/>
              </a:defRPr>
            </a:pPr>
            <a:r>
              <a:t>EduSkills • Python Fullstack Developer Virtual Internship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525780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234440"/>
            <a:ext cx="64008" cy="1234440"/>
          </a:xfrm>
          <a:prstGeom prst="rect">
            <a:avLst/>
          </a:prstGeom>
          <a:solidFill>
            <a:srgbClr val="19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38074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82856"/>
                </a:solidFill>
                <a:latin typeface="Aptos"/>
              </a:defRPr>
            </a:pPr>
            <a:r>
              <a:t>Frontend Development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764792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1E2837"/>
                </a:solidFill>
                <a:latin typeface="Aptos"/>
              </a:defRPr>
            </a:pPr>
            <a:r>
              <a:t>Understanding of page structure, responsive design and client-side interactions.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234440"/>
            <a:ext cx="525780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234440"/>
            <a:ext cx="64008" cy="1234440"/>
          </a:xfrm>
          <a:prstGeom prst="rect">
            <a:avLst/>
          </a:prstGeom>
          <a:solidFill>
            <a:srgbClr val="F47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38074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82856"/>
                </a:solidFill>
                <a:latin typeface="Aptos"/>
              </a:defRPr>
            </a:pPr>
            <a:r>
              <a:t>Backend Development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764792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1E2837"/>
                </a:solidFill>
                <a:latin typeface="Aptos"/>
              </a:defRPr>
            </a:pPr>
            <a:r>
              <a:t>Foundational understanding of Python programming and Django.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788920"/>
            <a:ext cx="525780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2788920"/>
            <a:ext cx="64008" cy="1234440"/>
          </a:xfrm>
          <a:prstGeom prst="rect">
            <a:avLst/>
          </a:prstGeom>
          <a:solidFill>
            <a:srgbClr val="23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293522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82856"/>
                </a:solidFill>
                <a:latin typeface="Aptos"/>
              </a:defRPr>
            </a:pPr>
            <a:r>
              <a:t>Database Management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319272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1E2837"/>
                </a:solidFill>
                <a:latin typeface="Aptos"/>
              </a:defRPr>
            </a:pPr>
            <a:r>
              <a:t>Understanding of SQL, database design and CRUD operations.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2788920"/>
            <a:ext cx="525780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2788920"/>
            <a:ext cx="64008" cy="1234440"/>
          </a:xfrm>
          <a:prstGeom prst="rect">
            <a:avLst/>
          </a:prstGeom>
          <a:solidFill>
            <a:srgbClr val="082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93522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82856"/>
                </a:solidFill>
                <a:latin typeface="Aptos"/>
              </a:defRPr>
            </a:pPr>
            <a:r>
              <a:t>Version 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319272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1E2837"/>
                </a:solidFill>
                <a:latin typeface="Aptos"/>
              </a:defRPr>
            </a:pPr>
            <a:r>
              <a:t>Understanding of Git for source-code management.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343400"/>
            <a:ext cx="1078992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343400"/>
            <a:ext cx="64008" cy="1234440"/>
          </a:xfrm>
          <a:prstGeom prst="rect">
            <a:avLst/>
          </a:prstGeom>
          <a:solidFill>
            <a:srgbClr val="19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489704"/>
            <a:ext cx="10378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82856"/>
                </a:solidFill>
                <a:latin typeface="Aptos"/>
              </a:defRPr>
            </a:pPr>
            <a:r>
              <a:t>Overall Outcome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873752"/>
            <a:ext cx="10378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1E2837"/>
                </a:solidFill>
                <a:latin typeface="Aptos"/>
              </a:defRPr>
            </a:pPr>
            <a:r>
              <a:t>A structured foundation for continuing Python full-stack development and building web applications.</a:t>
            </a:r>
          </a:p>
        </p:txBody>
      </p:sp>
      <p:pic>
        <p:nvPicPr>
          <p:cNvPr id="28" name="Picture 27" descr="images (1)"/>
          <p:cNvPicPr>
            <a:picLocks noChangeAspect="1"/>
          </p:cNvPicPr>
          <p:nvPr/>
        </p:nvPicPr>
        <p:blipFill>
          <a:blip r:embed="rId1"/>
          <a:srcRect l="8003" t="33515" r="5539" b="30462"/>
          <a:stretch>
            <a:fillRect/>
          </a:stretch>
        </p:blipFill>
        <p:spPr>
          <a:xfrm>
            <a:off x="9636125" y="180340"/>
            <a:ext cx="2296795" cy="9569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F47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82856"/>
                </a:solidFill>
                <a:latin typeface="Aptos"/>
              </a:defRPr>
            </a:pPr>
            <a:r>
              <a:t>Internship Certificate</a:t>
            </a:r>
          </a:p>
        </p:txBody>
      </p:sp>
      <p:sp>
        <p:nvSpPr>
          <p:cNvPr id="5" name="Oval 4"/>
          <p:cNvSpPr/>
          <p:nvPr/>
        </p:nvSpPr>
        <p:spPr>
          <a:xfrm>
            <a:off x="11" y="0"/>
            <a:ext cx="0" cy="0"/>
          </a:xfrm>
          <a:prstGeom prst="ellipse">
            <a:avLst/>
          </a:prstGeom>
          <a:solidFill>
            <a:srgbClr val="F47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78"/>
                </a:solidFill>
                <a:latin typeface="Aptos"/>
              </a:defRPr>
            </a:pPr>
            <a:r>
              <a:t>EduSkills • Python Fullstack Developer Virtual Internship</a:t>
            </a:r>
          </a:p>
        </p:txBody>
      </p:sp>
      <p:pic>
        <p:nvPicPr>
          <p:cNvPr id="7" name="Picture 6" descr="aryan_internship_certifica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914400"/>
            <a:ext cx="5303520" cy="374983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46520" y="1188720"/>
            <a:ext cx="480060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46520" y="1188720"/>
            <a:ext cx="64008" cy="1234440"/>
          </a:xfrm>
          <a:prstGeom prst="rect">
            <a:avLst/>
          </a:prstGeom>
          <a:solidFill>
            <a:srgbClr val="F47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335024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82856"/>
                </a:solidFill>
                <a:latin typeface="Aptos"/>
              </a:defRPr>
            </a:pPr>
            <a:r>
              <a:t>Certificate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1719072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1E2837"/>
                </a:solidFill>
                <a:latin typeface="Aptos"/>
              </a:defRPr>
            </a:pPr>
            <a:r>
              <a:t>8-week Python Fullstack Developer Virtual Internship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2743200"/>
            <a:ext cx="480060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46520" y="2743200"/>
            <a:ext cx="64008" cy="1234440"/>
          </a:xfrm>
          <a:prstGeom prst="rect">
            <a:avLst/>
          </a:prstGeom>
          <a:solidFill>
            <a:srgbClr val="195B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889504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82856"/>
                </a:solidFill>
                <a:latin typeface="Aptos"/>
              </a:defRPr>
            </a:pPr>
            <a:r>
              <a:t>Issued 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273552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1E2837"/>
                </a:solidFill>
                <a:latin typeface="Aptos"/>
              </a:defRPr>
            </a:pPr>
            <a:r>
              <a:t>29 July 2026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4297680"/>
            <a:ext cx="480060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E1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46520" y="4297680"/>
            <a:ext cx="64008" cy="1234440"/>
          </a:xfrm>
          <a:prstGeom prst="rect">
            <a:avLst/>
          </a:prstGeom>
          <a:solidFill>
            <a:srgbClr val="23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4443984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82856"/>
                </a:solidFill>
                <a:latin typeface="Aptos"/>
              </a:defRPr>
            </a:pPr>
            <a:r>
              <a:t>Certificate 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828032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1E2837"/>
                </a:solidFill>
                <a:latin typeface="Aptos"/>
              </a:defRPr>
            </a:pPr>
            <a:r>
              <a:t>49dcb99c3586fec612b1</a:t>
            </a:r>
          </a:p>
        </p:txBody>
      </p:sp>
      <p:pic>
        <p:nvPicPr>
          <p:cNvPr id="28" name="Picture 27" descr="images (1)"/>
          <p:cNvPicPr>
            <a:picLocks noChangeAspect="1"/>
          </p:cNvPicPr>
          <p:nvPr/>
        </p:nvPicPr>
        <p:blipFill>
          <a:blip r:embed="rId2"/>
          <a:srcRect l="8003" t="33515" r="5539" b="30462"/>
          <a:stretch>
            <a:fillRect/>
          </a:stretch>
        </p:blipFill>
        <p:spPr>
          <a:xfrm>
            <a:off x="9662160" y="191135"/>
            <a:ext cx="2270760" cy="946150"/>
          </a:xfrm>
          <a:prstGeom prst="rect">
            <a:avLst/>
          </a:prstGeom>
        </p:spPr>
      </p:pic>
      <p:sp>
        <p:nvSpPr>
          <p:cNvPr id="20" name="Text Box 19"/>
          <p:cNvSpPr txBox="1"/>
          <p:nvPr/>
        </p:nvSpPr>
        <p:spPr>
          <a:xfrm>
            <a:off x="-661670" y="24015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Python Fullstack Developer Virtual Internship (1)_page-0001 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33495" y="0"/>
            <a:ext cx="485203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F47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82856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5" name="Oval 4"/>
          <p:cNvSpPr/>
          <p:nvPr/>
        </p:nvSpPr>
        <p:spPr>
          <a:xfrm>
            <a:off x="11" y="0"/>
            <a:ext cx="0" cy="0"/>
          </a:xfrm>
          <a:prstGeom prst="ellipse">
            <a:avLst/>
          </a:prstGeom>
          <a:solidFill>
            <a:srgbClr val="F47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F6978"/>
                </a:solidFill>
                <a:latin typeface="Aptos"/>
              </a:defRPr>
            </a:pPr>
            <a:r>
              <a:t>EduSkills • Python Fullstack Developer Virtual Internship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10607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2837"/>
                </a:solidFill>
                <a:latin typeface="Aptos"/>
              </a:defRPr>
            </a:pPr>
            <a:r>
              <a:t>• The internship provided a structured introduction to Python full-stack development.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39112"/>
            <a:ext cx="10607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2837"/>
                </a:solidFill>
                <a:latin typeface="Aptos"/>
              </a:defRPr>
            </a:pPr>
            <a:r>
              <a:t>• It connected frontend, client-side scripting, backend, databases and version control.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52344"/>
            <a:ext cx="10607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2837"/>
                </a:solidFill>
                <a:latin typeface="Aptos"/>
              </a:defRPr>
            </a:pPr>
            <a:r>
              <a:t>• The week-wise curriculum strengthened understanding of the complete web-development workflow.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465576"/>
            <a:ext cx="10607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E2837"/>
                </a:solidFill>
                <a:latin typeface="Aptos"/>
              </a:defRPr>
            </a:pPr>
            <a:r>
              <a:t>• The learning provides a foundation for future projects and deeper Django/full-stack development.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16636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900" b="1">
                <a:solidFill>
                  <a:srgbClr val="082856"/>
                </a:solidFill>
                <a:latin typeface="Aptos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082856"/>
                </a:solidFill>
                <a:latin typeface="Aptos"/>
              </a:defRPr>
            </a:pPr>
            <a:r>
              <a:t>ARYAN RAJ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2316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F6978"/>
                </a:solidFill>
                <a:latin typeface="Aptos"/>
              </a:defRPr>
            </a:pPr>
            <a:r>
              <a:t>B.Tech CSE • Enrollment No. 2410031289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7180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95BA0"/>
                </a:solidFill>
                <a:latin typeface="Aptos"/>
              </a:defRPr>
            </a:pPr>
            <a:r>
              <a:t>Python Fullstack Developer Virtual Internship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5F6978"/>
                </a:solidFill>
                <a:latin typeface="Aptos"/>
              </a:defRPr>
            </a:pPr>
            <a:r>
              <a:t>IILM University, Greater Noida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634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47E23"/>
                </a:solidFill>
                <a:latin typeface="Aptos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4502</Words>
  <Application>WPS Presentation</Application>
  <PresentationFormat>On-screen Show (4:3)</PresentationFormat>
  <Paragraphs>284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Arial</vt:lpstr>
      <vt:lpstr>SimSun</vt:lpstr>
      <vt:lpstr>Wingdings</vt:lpstr>
      <vt:lpstr>Arial</vt:lpstr>
      <vt:lpstr>Aptos</vt:lpstr>
      <vt:lpstr>Segoe UI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Aryan Choudhary</cp:lastModifiedBy>
  <cp:revision>3</cp:revision>
  <dcterms:created xsi:type="dcterms:W3CDTF">2013-01-27T09:14:00Z</dcterms:created>
  <dcterms:modified xsi:type="dcterms:W3CDTF">2026-08-08T10:00:37Z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DE807BD3B01B471D873E42DAE189C056_13</vt:lpwstr>
  </property>
</Properties>
</file>